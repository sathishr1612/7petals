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4" r:id="rId1"/>
  </p:sldMasterIdLst>
  <p:notesMasterIdLst>
    <p:notesMasterId r:id="rId47"/>
  </p:notesMasterIdLst>
  <p:sldIdLst>
    <p:sldId id="276" r:id="rId2"/>
    <p:sldId id="316" r:id="rId3"/>
    <p:sldId id="317" r:id="rId4"/>
    <p:sldId id="318" r:id="rId5"/>
    <p:sldId id="324" r:id="rId6"/>
    <p:sldId id="340" r:id="rId7"/>
    <p:sldId id="284" r:id="rId8"/>
    <p:sldId id="280" r:id="rId9"/>
    <p:sldId id="285" r:id="rId10"/>
    <p:sldId id="262" r:id="rId11"/>
    <p:sldId id="264" r:id="rId12"/>
    <p:sldId id="269" r:id="rId13"/>
    <p:sldId id="270" r:id="rId14"/>
    <p:sldId id="271" r:id="rId15"/>
    <p:sldId id="273" r:id="rId16"/>
    <p:sldId id="274" r:id="rId17"/>
    <p:sldId id="309" r:id="rId18"/>
    <p:sldId id="342" r:id="rId19"/>
    <p:sldId id="341" r:id="rId20"/>
    <p:sldId id="343" r:id="rId21"/>
    <p:sldId id="325" r:id="rId22"/>
    <p:sldId id="326" r:id="rId23"/>
    <p:sldId id="327" r:id="rId24"/>
    <p:sldId id="347" r:id="rId25"/>
    <p:sldId id="348" r:id="rId26"/>
    <p:sldId id="349" r:id="rId27"/>
    <p:sldId id="344" r:id="rId28"/>
    <p:sldId id="345" r:id="rId29"/>
    <p:sldId id="346" r:id="rId30"/>
    <p:sldId id="304" r:id="rId31"/>
    <p:sldId id="329" r:id="rId32"/>
    <p:sldId id="331" r:id="rId33"/>
    <p:sldId id="336" r:id="rId34"/>
    <p:sldId id="293" r:id="rId35"/>
    <p:sldId id="294" r:id="rId36"/>
    <p:sldId id="295" r:id="rId37"/>
    <p:sldId id="296" r:id="rId38"/>
    <p:sldId id="297" r:id="rId39"/>
    <p:sldId id="289" r:id="rId40"/>
    <p:sldId id="314" r:id="rId41"/>
    <p:sldId id="290" r:id="rId42"/>
    <p:sldId id="291" r:id="rId43"/>
    <p:sldId id="311" r:id="rId44"/>
    <p:sldId id="350" r:id="rId45"/>
    <p:sldId id="351" r:id="rId4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7BB500"/>
    <a:srgbClr val="FFFFFF"/>
    <a:srgbClr val="45749C"/>
    <a:srgbClr val="4689A3"/>
    <a:srgbClr val="85ADB8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80387" autoAdjust="0"/>
  </p:normalViewPr>
  <p:slideViewPr>
    <p:cSldViewPr>
      <p:cViewPr>
        <p:scale>
          <a:sx n="98" d="100"/>
          <a:sy n="98" d="100"/>
        </p:scale>
        <p:origin x="-2004" y="-4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58CEBD-1594-45DE-B583-FD8761D235C7}" type="datetimeFigureOut">
              <a:rPr lang="en-IN" smtClean="0"/>
              <a:pPr/>
              <a:t>29-05-2021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A53A47-38DA-4AD0-8BA5-C3E08938E75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604329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9974F-2929-425A-8FA8-F00D718FA139}" type="datetimeFigureOut">
              <a:rPr lang="en-US" smtClean="0"/>
              <a:pPr/>
              <a:t>5/29/2021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2CB24-FB77-47A3-8B11-D11B5562085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1576980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9974F-2929-425A-8FA8-F00D718FA139}" type="datetimeFigureOut">
              <a:rPr lang="en-US" smtClean="0"/>
              <a:pPr/>
              <a:t>5/29/2021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2CB24-FB77-47A3-8B11-D11B556208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77259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9974F-2929-425A-8FA8-F00D718FA139}" type="datetimeFigureOut">
              <a:rPr lang="en-US" smtClean="0"/>
              <a:pPr/>
              <a:t>5/29/2021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2CB24-FB77-47A3-8B11-D11B5562085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4051969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9974F-2929-425A-8FA8-F00D718FA139}" type="datetimeFigureOut">
              <a:rPr lang="en-US" smtClean="0"/>
              <a:pPr/>
              <a:t>5/29/2021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2CB24-FB77-47A3-8B11-D11B556208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61434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9974F-2929-425A-8FA8-F00D718FA139}" type="datetimeFigureOut">
              <a:rPr lang="en-US" smtClean="0"/>
              <a:pPr/>
              <a:t>5/29/2021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2CB24-FB77-47A3-8B11-D11B556208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07684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9974F-2929-425A-8FA8-F00D718FA139}" type="datetimeFigureOut">
              <a:rPr lang="en-US" smtClean="0"/>
              <a:pPr/>
              <a:t>5/29/2021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2CB24-FB77-47A3-8B11-D11B556208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673582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9974F-2929-425A-8FA8-F00D718FA139}" type="datetimeFigureOut">
              <a:rPr lang="en-US" smtClean="0"/>
              <a:pPr/>
              <a:t>5/29/2021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2CB24-FB77-47A3-8B11-D11B556208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134432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A259974F-2929-425A-8FA8-F00D718FA139}" type="datetimeFigureOut">
              <a:rPr lang="en-US" smtClean="0"/>
              <a:pPr/>
              <a:t>5/29/2021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432CB24-FB77-47A3-8B11-D11B556208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76743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5234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9974F-2929-425A-8FA8-F00D718FA139}" type="datetimeFigureOut">
              <a:rPr lang="en-US" smtClean="0"/>
              <a:pPr/>
              <a:t>5/29/2021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2CB24-FB77-47A3-8B11-D11B556208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638361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9974F-2929-425A-8FA8-F00D718FA139}" type="datetimeFigureOut">
              <a:rPr lang="en-US" smtClean="0"/>
              <a:pPr/>
              <a:t>5/29/2021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2CB24-FB77-47A3-8B11-D11B556208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754316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9974F-2929-425A-8FA8-F00D718FA139}" type="datetimeFigureOut">
              <a:rPr lang="en-US" smtClean="0"/>
              <a:pPr/>
              <a:t>5/29/2021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2CB24-FB77-47A3-8B11-D11B556208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61818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259974F-2929-425A-8FA8-F00D718FA139}" type="datetimeFigureOut">
              <a:rPr lang="en-US" smtClean="0"/>
              <a:pPr/>
              <a:t>5/29/2021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432CB24-FB77-47A3-8B11-D11B5562085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116340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5" r:id="rId1"/>
    <p:sldLayoutId id="2147483896" r:id="rId2"/>
    <p:sldLayoutId id="2147483897" r:id="rId3"/>
    <p:sldLayoutId id="2147483898" r:id="rId4"/>
    <p:sldLayoutId id="2147483899" r:id="rId5"/>
    <p:sldLayoutId id="2147483900" r:id="rId6"/>
    <p:sldLayoutId id="2147483901" r:id="rId7"/>
    <p:sldLayoutId id="2147483902" r:id="rId8"/>
    <p:sldLayoutId id="2147483903" r:id="rId9"/>
    <p:sldLayoutId id="2147483904" r:id="rId10"/>
    <p:sldLayoutId id="214748390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C:\Users\Abc\Desktop\New folder (2)\IMG_20151211_123246970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304800" y="685800"/>
            <a:ext cx="8534401" cy="48006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762000"/>
            <a:ext cx="8398934" cy="47244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512131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838200"/>
            <a:ext cx="8127999" cy="45720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084678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990600"/>
            <a:ext cx="8534400" cy="48006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72872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143000"/>
            <a:ext cx="7620000" cy="428625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787591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609600"/>
            <a:ext cx="7391400" cy="53340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847477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 descr="C:\Users\Abc\Desktop\New folder (2)\IMG_20160128_113417098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609600" y="1066800"/>
            <a:ext cx="7803444" cy="438943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C:\Users\Abc\Desktop\New folder (2)\IMG-20151102-WA0000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838200" y="1143000"/>
            <a:ext cx="7380111" cy="43434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 descr="C:\Users\Abc\Desktop\New folder (2)\IMG_20150925_124746876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838200" y="1143000"/>
            <a:ext cx="7467599" cy="4725989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Abc\Desktop\New folder (2)\IMG_20150828_141919176_HDR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914401" y="1066800"/>
            <a:ext cx="7467600" cy="457358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Abc\Desktop\New folder (2)\IMG_20150210_110717954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914400" y="914400"/>
            <a:ext cx="7391400" cy="44196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9" name="Picture 3" descr="C:\Users\Abc\Desktop\New folder (2)\IMG_20150925_124611315_HDR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914400" y="990600"/>
            <a:ext cx="7467600" cy="4572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C:\Users\Abc\Desktop\New folder (2)\IMG_20150925_124648506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762000"/>
            <a:ext cx="8046156" cy="490696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C:\Users\Abc\Pictures\GARDEN\DSC_0723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914400" y="990601"/>
            <a:ext cx="7391400" cy="487838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C:\Users\Abc\Desktop\New folder (2)\IMG_20151212_180518503_HDR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685800"/>
            <a:ext cx="8046156" cy="48006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C:\Users\Abc\Desktop\New folder (2)\IMG-20160102-WA0007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914400" y="838200"/>
            <a:ext cx="7467600" cy="47244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Abc\Pictures\GARDEN\IMG_20151212_164107764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762000" y="838200"/>
            <a:ext cx="7467600" cy="44958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533400"/>
            <a:ext cx="7391400" cy="53721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995933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914400"/>
            <a:ext cx="7086600" cy="48006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5097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914400"/>
            <a:ext cx="7239000" cy="48006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973360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914400"/>
            <a:ext cx="8229600" cy="492918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970470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762000"/>
            <a:ext cx="8365067" cy="470535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583395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609600"/>
            <a:ext cx="8305800" cy="485775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322437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381000"/>
            <a:ext cx="7924800" cy="55626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876346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85800"/>
            <a:ext cx="8153400" cy="51054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112913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609600"/>
            <a:ext cx="8305800" cy="51816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338074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609600"/>
            <a:ext cx="8153400" cy="51054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328939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381000"/>
            <a:ext cx="7924800" cy="56388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629360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762000"/>
            <a:ext cx="7696200" cy="48006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506047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914400"/>
            <a:ext cx="7467600" cy="47244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762000"/>
            <a:ext cx="7086600" cy="46482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977446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914400"/>
            <a:ext cx="7086600" cy="46482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803805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838200"/>
            <a:ext cx="7086600" cy="48006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700698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 descr="C:\Users\Abc\Desktop\New folder (2)\IMG_20141226_113936960_HDR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914400" y="762000"/>
            <a:ext cx="7467600" cy="4572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 descr="C:\Users\Abc\Desktop\New folder (2)\IMG_20151125_104445160_HDR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685800"/>
            <a:ext cx="4038599" cy="5029200"/>
          </a:xfrm>
          <a:prstGeom prst="rect">
            <a:avLst/>
          </a:prstGeom>
          <a:noFill/>
        </p:spPr>
      </p:pic>
      <p:pic>
        <p:nvPicPr>
          <p:cNvPr id="1026" name="Picture 2" descr="C:\Users\Abc\Pictures\GARDEN\IMG-20170408-WA0000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8200" y="685800"/>
            <a:ext cx="4062412" cy="5029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 descr="C:\Users\Abc\Desktop\New folder (2)\IMG_20150829_105244761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914400" y="1066800"/>
            <a:ext cx="7467600" cy="44958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 descr="C:\Users\Abc\Desktop\New folder (2)\IMG_20150420_181225181_HDR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990600" y="1143000"/>
            <a:ext cx="7391400" cy="43434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 descr="C:\Users\Abc\Desktop\New folder (2)\IMG_20150421_131808333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838200" y="990600"/>
            <a:ext cx="7543800" cy="44196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 descr="C:\Users\Abc\Desktop\New folder (2)\IMG_20140927_112345749_HDR.jpg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914400" y="1447800"/>
            <a:ext cx="3200400" cy="4497388"/>
          </a:xfrm>
          <a:prstGeom prst="rect">
            <a:avLst/>
          </a:prstGeom>
          <a:noFill/>
        </p:spPr>
      </p:pic>
      <p:pic>
        <p:nvPicPr>
          <p:cNvPr id="29701" name="Picture 5" descr="C:\Users\Abc\Desktop\New folder (2)\IMG_20140927_162736042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57800" y="1447800"/>
            <a:ext cx="3124200" cy="44196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1143000"/>
            <a:ext cx="31242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53000" y="1143000"/>
            <a:ext cx="3295650" cy="4692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 descr="C:\Users\Abc\Desktop\New folder (2)\IMG_20141010_102047787.jpg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838200" y="1295400"/>
            <a:ext cx="3048000" cy="4343400"/>
          </a:xfrm>
          <a:prstGeom prst="rect">
            <a:avLst/>
          </a:prstGeom>
          <a:noFill/>
        </p:spPr>
      </p:pic>
      <p:pic>
        <p:nvPicPr>
          <p:cNvPr id="30723" name="Picture 3" descr="C:\Users\Abc\Desktop\New folder (2)\IMG_20140930_130346180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 bwMode="auto">
          <a:xfrm>
            <a:off x="5562600" y="1295400"/>
            <a:ext cx="2808358" cy="438261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 descr="C:\Users\Abc\Desktop\New folder (2)\IMG_20140930_130757911_HDR.jpg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914400" y="1219200"/>
            <a:ext cx="2895600" cy="4267200"/>
          </a:xfrm>
          <a:prstGeom prst="rect">
            <a:avLst/>
          </a:prstGeom>
          <a:noFill/>
        </p:spPr>
      </p:pic>
      <p:pic>
        <p:nvPicPr>
          <p:cNvPr id="31747" name="Picture 3" descr="C:\Users\Abc\Desktop\New folder (2)\IMG_20151209_160748686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 bwMode="auto">
          <a:xfrm>
            <a:off x="5486400" y="1295400"/>
            <a:ext cx="2859126" cy="41148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400300" y="2324100"/>
            <a:ext cx="3886200" cy="3200400"/>
          </a:xfrm>
        </p:spPr>
      </p:pic>
      <p:sp>
        <p:nvSpPr>
          <p:cNvPr id="4" name="Rectangle 3"/>
          <p:cNvSpPr/>
          <p:nvPr/>
        </p:nvSpPr>
        <p:spPr>
          <a:xfrm>
            <a:off x="3048000" y="685800"/>
            <a:ext cx="27432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smtClean="0">
                <a:latin typeface="Lucida Sans" panose="020B0602030504020204" pitchFamily="34" charset="0"/>
              </a:rPr>
              <a:t>IRRIGATION</a:t>
            </a:r>
            <a:endParaRPr lang="en-IN" sz="3200" dirty="0"/>
          </a:p>
        </p:txBody>
      </p:sp>
      <p:pic>
        <p:nvPicPr>
          <p:cNvPr id="5" name="Picture 4" descr="C:\Users\Abc\Desktop\IMG-20140928-WA0008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04800" y="381000"/>
            <a:ext cx="1310640" cy="1219200"/>
          </a:xfrm>
          <a:prstGeom prst="rect">
            <a:avLst/>
          </a:prstGeom>
          <a:noFill/>
          <a:effectLst>
            <a:outerShdw blurRad="50800" dist="50800" dir="5400000" algn="ctr" rotWithShape="0">
              <a:srgbClr val="000000">
                <a:alpha val="2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027" name="Picture 3" descr="C:\Users\Admin\Pictures\Hardscape Works\IMG_9840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304800"/>
            <a:ext cx="3505200" cy="5867400"/>
          </a:xfrm>
          <a:prstGeom prst="rect">
            <a:avLst/>
          </a:prstGeom>
          <a:noFill/>
        </p:spPr>
      </p:pic>
      <p:pic>
        <p:nvPicPr>
          <p:cNvPr id="1028" name="Picture 4" descr="C:\Users\Admin\Pictures\Hardscape Works\IMG_9846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flipH="1">
            <a:off x="4419600" y="914400"/>
            <a:ext cx="4165600" cy="3124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304800"/>
            <a:ext cx="762000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479</TotalTime>
  <Words>1</Words>
  <Application>Microsoft Office PowerPoint</Application>
  <PresentationFormat>On-screen Show (4:3)</PresentationFormat>
  <Paragraphs>1</Paragraphs>
  <Slides>45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6" baseType="lpstr">
      <vt:lpstr>Retrospect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Home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 PETALS HORTICULTURE (INDIA) PVT. LTD.</dc:title>
  <dc:creator>Abc</dc:creator>
  <cp:lastModifiedBy>Admin</cp:lastModifiedBy>
  <cp:revision>70</cp:revision>
  <dcterms:created xsi:type="dcterms:W3CDTF">2016-02-05T02:32:07Z</dcterms:created>
  <dcterms:modified xsi:type="dcterms:W3CDTF">2021-05-29T05:53:52Z</dcterms:modified>
</cp:coreProperties>
</file>